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oster" descr="Title: Pricing a Developed and an Emerging Insurance Market — IAA AI-Assisted Hackathon 2026, Krishna Kumar Shrestha (Actuarial NOOB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046074"/>
            <a:ext cx="11551615" cy="8663711"/>
          </a:xfrm>
          <a:prstGeom prst="rect">
            <a:avLst/>
          </a:prstGeom>
        </p:spPr>
      </p:pic>
      <p:sp>
        <p:nvSpPr>
          <p:cNvPr id="3" name="!!VeilTop"/>
          <p:cNvSpPr/>
          <p:nvPr/>
        </p:nvSpPr>
        <p:spPr>
          <a:xfrm>
            <a:off x="0" y="0"/>
            <a:ext cx="12191695" cy="2991210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4" name="!!VeilBottom"/>
          <p:cNvSpPr/>
          <p:nvPr/>
        </p:nvSpPr>
        <p:spPr>
          <a:xfrm>
            <a:off x="0" y="3866790"/>
            <a:ext cx="12191695" cy="2991210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5" name="!!VeilLeft"/>
          <p:cNvSpPr/>
          <p:nvPr/>
        </p:nvSpPr>
        <p:spPr>
          <a:xfrm>
            <a:off x="0" y="2991210"/>
            <a:ext cx="265176" cy="875581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6" name="!!VeilRight"/>
          <p:cNvSpPr/>
          <p:nvPr/>
        </p:nvSpPr>
        <p:spPr>
          <a:xfrm>
            <a:off x="11926519" y="2991210"/>
            <a:ext cx="265176" cy="875581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oster" descr="Full poster over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568" y="320040"/>
            <a:ext cx="8290560" cy="6217920"/>
          </a:xfrm>
          <a:prstGeom prst="rect">
            <a:avLst/>
          </a:prstGeom>
        </p:spPr>
      </p:pic>
      <p:sp>
        <p:nvSpPr>
          <p:cNvPr id="3" name="!!VeilTop"/>
          <p:cNvSpPr/>
          <p:nvPr/>
        </p:nvSpPr>
        <p:spPr>
          <a:xfrm>
            <a:off x="0" y="0"/>
            <a:ext cx="12191695" cy="9144"/>
          </a:xfrm>
          <a:prstGeom prst="rect">
            <a:avLst/>
          </a:prstGeom>
          <a:solidFill>
            <a:srgbClr val="FBFBF5">
              <a:alpha val="0"/>
            </a:srgbClr>
          </a:solidFill>
          <a:ln/>
        </p:spPr>
      </p:sp>
      <p:sp>
        <p:nvSpPr>
          <p:cNvPr id="4" name="!!VeilBottom"/>
          <p:cNvSpPr/>
          <p:nvPr/>
        </p:nvSpPr>
        <p:spPr>
          <a:xfrm>
            <a:off x="0" y="6858000"/>
            <a:ext cx="12191695" cy="9144"/>
          </a:xfrm>
          <a:prstGeom prst="rect">
            <a:avLst/>
          </a:prstGeom>
          <a:solidFill>
            <a:srgbClr val="FBFBF5">
              <a:alpha val="0"/>
            </a:srgbClr>
          </a:solidFill>
          <a:ln/>
        </p:spPr>
      </p:sp>
      <p:sp>
        <p:nvSpPr>
          <p:cNvPr id="5" name="!!VeilLeft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FBFBF5">
              <a:alpha val="0"/>
            </a:srgbClr>
          </a:solidFill>
          <a:ln/>
        </p:spPr>
      </p:sp>
      <p:sp>
        <p:nvSpPr>
          <p:cNvPr id="6" name="!!VeilRight"/>
          <p:cNvSpPr/>
          <p:nvPr/>
        </p:nvSpPr>
        <p:spPr>
          <a:xfrm>
            <a:off x="12191695" y="0"/>
            <a:ext cx="9144" cy="6858000"/>
          </a:xfrm>
          <a:prstGeom prst="rect">
            <a:avLst/>
          </a:prstGeom>
          <a:solidFill>
            <a:srgbClr val="FBFBF5">
              <a:alpha val="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oster" descr="1. Problem &amp;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632" y="-1029131"/>
            <a:ext cx="21234783" cy="15926088"/>
          </a:xfrm>
          <a:prstGeom prst="rect">
            <a:avLst/>
          </a:prstGeom>
        </p:spPr>
      </p:pic>
      <p:sp>
        <p:nvSpPr>
          <p:cNvPr id="3" name="!!VeilTop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4" name="!!VeilBottom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5" name="!!VeilLeft"/>
          <p:cNvSpPr/>
          <p:nvPr/>
        </p:nvSpPr>
        <p:spPr>
          <a:xfrm>
            <a:off x="0" y="265176"/>
            <a:ext cx="2433417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6" name="!!VeilRight"/>
          <p:cNvSpPr/>
          <p:nvPr/>
        </p:nvSpPr>
        <p:spPr>
          <a:xfrm>
            <a:off x="9758278" y="265176"/>
            <a:ext cx="2433417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oster" descr="2. Approa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655972" y="-1032933"/>
            <a:ext cx="20841547" cy="15631160"/>
          </a:xfrm>
          <a:prstGeom prst="rect">
            <a:avLst/>
          </a:prstGeom>
        </p:spPr>
      </p:pic>
      <p:sp>
        <p:nvSpPr>
          <p:cNvPr id="3" name="!!VeilTop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4" name="!!VeilBottom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5" name="!!VeilLeft"/>
          <p:cNvSpPr/>
          <p:nvPr/>
        </p:nvSpPr>
        <p:spPr>
          <a:xfrm>
            <a:off x="0" y="265176"/>
            <a:ext cx="2543404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6" name="!!VeilRight"/>
          <p:cNvSpPr/>
          <p:nvPr/>
        </p:nvSpPr>
        <p:spPr>
          <a:xfrm>
            <a:off x="9648292" y="265176"/>
            <a:ext cx="2543404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oster" descr="3. AI-Assisted Work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010466" y="-1002323"/>
            <a:ext cx="20370018" cy="15277514"/>
          </a:xfrm>
          <a:prstGeom prst="rect">
            <a:avLst/>
          </a:prstGeom>
        </p:spPr>
      </p:pic>
      <p:sp>
        <p:nvSpPr>
          <p:cNvPr id="3" name="!!VeilTop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4" name="!!VeilBottom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5" name="!!VeilLeft"/>
          <p:cNvSpPr/>
          <p:nvPr/>
        </p:nvSpPr>
        <p:spPr>
          <a:xfrm>
            <a:off x="0" y="265176"/>
            <a:ext cx="2889821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6" name="!!VeilRight"/>
          <p:cNvSpPr/>
          <p:nvPr/>
        </p:nvSpPr>
        <p:spPr>
          <a:xfrm>
            <a:off x="9301875" y="265176"/>
            <a:ext cx="2889821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oster" descr="4. Data Bugs F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923" y="-9736102"/>
            <a:ext cx="27788729" cy="20841547"/>
          </a:xfrm>
          <a:prstGeom prst="rect">
            <a:avLst/>
          </a:prstGeom>
        </p:spPr>
      </p:pic>
      <p:sp>
        <p:nvSpPr>
          <p:cNvPr id="3" name="!!VeilTop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4" name="!!VeilBottom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5" name="!!VeilLeft"/>
          <p:cNvSpPr/>
          <p:nvPr/>
        </p:nvSpPr>
        <p:spPr>
          <a:xfrm>
            <a:off x="0" y="265176"/>
            <a:ext cx="1319970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6" name="!!VeilRight"/>
          <p:cNvSpPr/>
          <p:nvPr/>
        </p:nvSpPr>
        <p:spPr>
          <a:xfrm>
            <a:off x="10871725" y="265176"/>
            <a:ext cx="1319970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oster" descr="5. Models Us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239912" y="-9812867"/>
            <a:ext cx="27788729" cy="20841547"/>
          </a:xfrm>
          <a:prstGeom prst="rect">
            <a:avLst/>
          </a:prstGeom>
        </p:spPr>
      </p:pic>
      <p:sp>
        <p:nvSpPr>
          <p:cNvPr id="3" name="!!VeilTop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4" name="!!VeilBottom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5" name="!!VeilLeft"/>
          <p:cNvSpPr/>
          <p:nvPr/>
        </p:nvSpPr>
        <p:spPr>
          <a:xfrm>
            <a:off x="0" y="265176"/>
            <a:ext cx="1377544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6" name="!!VeilRight"/>
          <p:cNvSpPr/>
          <p:nvPr/>
        </p:nvSpPr>
        <p:spPr>
          <a:xfrm>
            <a:off x="10814152" y="265176"/>
            <a:ext cx="1377544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oster" descr="6. Guardra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700406" y="-10121373"/>
            <a:ext cx="28313045" cy="21234783"/>
          </a:xfrm>
          <a:prstGeom prst="rect">
            <a:avLst/>
          </a:prstGeom>
        </p:spPr>
      </p:pic>
      <p:sp>
        <p:nvSpPr>
          <p:cNvPr id="3" name="!!VeilTop"/>
          <p:cNvSpPr/>
          <p:nvPr/>
        </p:nvSpPr>
        <p:spPr>
          <a:xfrm>
            <a:off x="0" y="0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4" name="!!VeilBottom"/>
          <p:cNvSpPr/>
          <p:nvPr/>
        </p:nvSpPr>
        <p:spPr>
          <a:xfrm>
            <a:off x="0" y="6592824"/>
            <a:ext cx="12191695" cy="26517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5" name="!!VeilLeft"/>
          <p:cNvSpPr/>
          <p:nvPr/>
        </p:nvSpPr>
        <p:spPr>
          <a:xfrm>
            <a:off x="0" y="265176"/>
            <a:ext cx="1680618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6" name="!!VeilRight"/>
          <p:cNvSpPr/>
          <p:nvPr/>
        </p:nvSpPr>
        <p:spPr>
          <a:xfrm>
            <a:off x="10511077" y="265176"/>
            <a:ext cx="1680618" cy="6327648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oster" descr="7. How the New Market Changed Our Sol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21" y="-7760166"/>
            <a:ext cx="16929898" cy="12697423"/>
          </a:xfrm>
          <a:prstGeom prst="rect">
            <a:avLst/>
          </a:prstGeom>
        </p:spPr>
      </p:pic>
      <p:sp>
        <p:nvSpPr>
          <p:cNvPr id="3" name="!!VeilTop"/>
          <p:cNvSpPr/>
          <p:nvPr/>
        </p:nvSpPr>
        <p:spPr>
          <a:xfrm>
            <a:off x="0" y="0"/>
            <a:ext cx="12191695" cy="2099717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4" name="!!VeilBottom"/>
          <p:cNvSpPr/>
          <p:nvPr/>
        </p:nvSpPr>
        <p:spPr>
          <a:xfrm>
            <a:off x="0" y="4758283"/>
            <a:ext cx="12191695" cy="2099717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5" name="!!VeilLeft"/>
          <p:cNvSpPr/>
          <p:nvPr/>
        </p:nvSpPr>
        <p:spPr>
          <a:xfrm>
            <a:off x="0" y="2099717"/>
            <a:ext cx="265176" cy="265856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6" name="!!VeilRight"/>
          <p:cNvSpPr/>
          <p:nvPr/>
        </p:nvSpPr>
        <p:spPr>
          <a:xfrm>
            <a:off x="11926519" y="2099717"/>
            <a:ext cx="265176" cy="2658566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Poster" descr="Key Takeawa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697111" y="-21638525"/>
            <a:ext cx="37672835" cy="28254626"/>
          </a:xfrm>
          <a:prstGeom prst="rect">
            <a:avLst/>
          </a:prstGeom>
        </p:spPr>
      </p:pic>
      <p:sp>
        <p:nvSpPr>
          <p:cNvPr id="3" name="!!VeilTop"/>
          <p:cNvSpPr/>
          <p:nvPr/>
        </p:nvSpPr>
        <p:spPr>
          <a:xfrm>
            <a:off x="0" y="0"/>
            <a:ext cx="12191695" cy="551275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4" name="!!VeilBottom"/>
          <p:cNvSpPr/>
          <p:nvPr/>
        </p:nvSpPr>
        <p:spPr>
          <a:xfrm>
            <a:off x="0" y="6306725"/>
            <a:ext cx="12191695" cy="551275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5" name="!!VeilLeft"/>
          <p:cNvSpPr/>
          <p:nvPr/>
        </p:nvSpPr>
        <p:spPr>
          <a:xfrm>
            <a:off x="0" y="551275"/>
            <a:ext cx="265176" cy="5755450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  <p:sp>
        <p:nvSpPr>
          <p:cNvPr id="6" name="!!VeilRight"/>
          <p:cNvSpPr/>
          <p:nvPr/>
        </p:nvSpPr>
        <p:spPr>
          <a:xfrm>
            <a:off x="11926519" y="551275"/>
            <a:ext cx="265176" cy="5755450"/>
          </a:xfrm>
          <a:prstGeom prst="rect">
            <a:avLst/>
          </a:prstGeom>
          <a:solidFill>
            <a:srgbClr val="FBFBF5">
              <a:alpha val="88000"/>
            </a:srgb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 a Developed and an Emerging Insurance Market</dc:title>
  <dc:subject>PptxGenJS Presentation</dc:subject>
  <dc:creator>Krishna Kumar Shrestha</dc:creator>
  <cp:lastModifiedBy>Krishna Kumar Shrestha</cp:lastModifiedBy>
  <cp:revision>1</cp:revision>
  <dcterms:created xsi:type="dcterms:W3CDTF">2026-10-28T17:06:13Z</dcterms:created>
  <dcterms:modified xsi:type="dcterms:W3CDTF">2026-10-28T17:06:13Z</dcterms:modified>
</cp:coreProperties>
</file>